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五子棋 AI：从 Minimax 到 Alpha-Beta 剪枝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C4FF"/>
                </a:solidFill>
                <a:latin typeface="Microsoft YaHei"/>
              </a:defRPr>
            </a:pPr>
            <a:r>
              <a:t>人工智能基础 — 大作业答辩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36576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FF"/>
                </a:solidFill>
                <a:latin typeface="Microsoft YaHei"/>
              </a:defRPr>
            </a:pPr>
            <a:r>
              <a:t>[姓名] · [学号] · 单人完成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DD"/>
                </a:solidFill>
                <a:latin typeface="Microsoft YaHei"/>
              </a:defRPr>
            </a:pPr>
            <a:r>
              <a:t>2025 · 浙江大学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00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Microsoft YaHei"/>
              </a:defRPr>
            </a:pPr>
            <a:r>
              <a:t>选题背景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从深蓝到AlphaGo，经典博弈AI的智慧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Microsoft YaHei"/>
              </a:defRPr>
            </a:pPr>
            <a:r>
              <a:t>核心原理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Minimax → Alpha-Beta 剪枝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57600"/>
            <a:ext cx="548640" cy="54864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Microsoft YaHei"/>
              </a:defRPr>
            </a:pPr>
            <a:r>
              <a:t>实现亮点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评估函数 + 搜索优化 + Pygame界面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663440"/>
            <a:ext cx="548640" cy="54864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617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Microsoft YaHei"/>
              </a:defRPr>
            </a:pPr>
            <a:r>
              <a:t>实验对比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326×加速比，7层搜索深度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669280"/>
            <a:ext cx="548640" cy="548640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623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Microsoft YaHei"/>
              </a:defRPr>
            </a:pPr>
            <a:r>
              <a:t>Demo 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人机对战现场展示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  <a:latin typeface="Microsoft YaHei"/>
              </a:defRPr>
            </a:pPr>
            <a:r>
              <a:t>01  选题背景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Microsoft YaHei"/>
              </a:defRPr>
            </a:pPr>
            <a:r>
              <a:t>"AI 不止有大模型，聪明地搜索本身就是一种强大的智能。"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200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4D3D"/>
                </a:solidFill>
                <a:latin typeface="Microsoft YaHei"/>
              </a:defRPr>
            </a:pPr>
            <a:r>
              <a:t>1997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深蓝 (IBM)</a:t>
            </a:r>
            <a:br/>
            <a:r>
              <a:t>Minimax + Alpha-Beta</a:t>
            </a:r>
            <a:br/>
            <a:r>
              <a:t>击败卡斯帕罗夫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743200"/>
            <a:ext cx="3200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4D3D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AlphaGo</a:t>
            </a:r>
            <a:br/>
            <a:r>
              <a:t>MCTS + 深度学习</a:t>
            </a:r>
            <a:br/>
            <a:r>
              <a:t>击败李世石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743200"/>
            <a:ext cx="3200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4D3D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本项目</a:t>
            </a:r>
            <a:br/>
            <a:r>
              <a:t>五子棋 AI</a:t>
            </a:r>
            <a:br/>
            <a:r>
              <a:t>9×9 棋盘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选择五子棋：搜索复杂度适中 · 评估函数设计空间大 · 答辩演示效果好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  <a:latin typeface="Microsoft YaHei"/>
              </a:defRPr>
            </a:pPr>
            <a:r>
              <a:t>02  核心原理：Minimax → Alpha-Beta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  <a:latin typeface="Microsoft YaHei"/>
              </a:defRPr>
            </a:pPr>
            <a:r>
              <a:t>Minimax 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我方 (MAX) 最大化分数，对手 (MIN) 最小化分数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假设双方都走出最优棋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递归搜索博弈树，深度 4 需搜索 19⁴ ≈ 130K 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局限：指数级搜索爆炸，深度 4 需 15 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3D"/>
                </a:solidFill>
                <a:latin typeface="Microsoft YaHei"/>
              </a:defRPr>
            </a:pPr>
            <a:r>
              <a:t>Alpha-Beta 剪枝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α = 我方能保证的最小分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β = 对方能接受的最大分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当 α ≥ β，剪掉该分支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效果：搜索节点从 b^d 降到 ≈ 2·b^(d/2)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  <a:latin typeface="Microsoft YaHei"/>
              </a:defRPr>
            </a:pPr>
            <a:r>
              <a:t>评估函数设计：棋型识别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846320"/>
            <a:ext cx="1828800" cy="9144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92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连五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10,000,000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846320"/>
            <a:ext cx="18288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892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活四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8,000,000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79" y="4846320"/>
            <a:ext cx="182880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19" y="4892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冲四 / 活三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19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2,500,000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4846320"/>
            <a:ext cx="182880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892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眠三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200,000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19" y="4846320"/>
            <a:ext cx="1828800" cy="9144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59" y="4892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活二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59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最终分数 = 己方棋型总分 − 对方棋型总分 × 1.1（防守偏重）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  <a:latin typeface="Microsoft YaHei"/>
              </a:defRPr>
            </a:pPr>
            <a:r>
              <a:t>03  实现亮点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Python 3  ·  Pygame  ·  NumPy</a:t>
            </a:r>
            <a:br/>
            <a:r>
              <a:t>Matplotlib  ·  python-pptx</a:t>
            </a:r>
            <a:br/>
            <a:br/>
            <a:r>
              <a:t>9×9 棋盘 · ~2000 行代码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  <a:latin typeface="Microsoft YaHei"/>
              </a:defRPr>
            </a:pPr>
            <a:r>
              <a:t>模块架构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📄 board.py — 棋盘引擎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📄 evaluate.py — 评估函数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📄 search.py — 搜索算法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📄 ui.py — 图形界面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37160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  <a:latin typeface="Microsoft YaHei"/>
              </a:defRPr>
            </a:pPr>
            <a:r>
              <a:t>三大优化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✅ 走法裁剪：周围 1 格，81 → ~15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✅ 走法排序：剪枝效率提升 2-3×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✅ 置换表：缓存已搜局面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118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🐛 评估函数调试：修复了三个关键 Bug（滑动窗口重复计数、走法排序视角错配、跳连分组对手棋子误判），修复后 AI 在任意搜索深度均能正确封堵活三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  <a:latin typeface="Microsoft YaHei"/>
              </a:defRPr>
            </a:pPr>
            <a:r>
              <a:t>项目文件结构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gomoku-ai/</a:t>
            </a:r>
            <a:br/>
            <a:r>
              <a:t>├── board.py              棋盘逻辑（落子 / 胜负 / 走法生成）</a:t>
            </a:r>
            <a:br/>
            <a:r>
              <a:t>├── evaluate.py           棋型识别 + 权重打分</a:t>
            </a:r>
            <a:br/>
            <a:r>
              <a:t>├── search.py             Minimax → Alpha-Beta → 迭代加深</a:t>
            </a:r>
            <a:br/>
            <a:r>
              <a:t>├── ui.py                 Pygame 图形对战界面</a:t>
            </a:r>
            <a:br/>
            <a:r>
              <a:t>├── main.py               统一入口 (GUI/CLI/实验)</a:t>
            </a:r>
            <a:br/>
            <a:r>
              <a:t>├── experiment.py / experiment_defense.py   实验对比框架</a:t>
            </a:r>
            <a:br/>
            <a:r>
              <a:t>├── assets/               实验图表</a:t>
            </a:r>
            <a:br/>
            <a:r>
              <a:t>├── 开题报告.md / 实验报告.md / 答辩PPT.md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  <a:latin typeface="Microsoft YaHei"/>
              </a:defRPr>
            </a:pPr>
            <a:r>
              <a:t>04  实验对比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Microsoft YaHei"/>
              </a:defRPr>
            </a:pPr>
            <a:r>
              <a:t>Minimax vs Alpha-Beta 耗时对比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109728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搜索深度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011680"/>
            <a:ext cx="146304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Minimax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164592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Alpha-Beta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011680"/>
            <a:ext cx="146304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加速比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42316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468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42316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0.001s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42316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2468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0.001s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242316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1×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283464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2880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283464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0.020s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83464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2880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0.005s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83464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4×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324612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3291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24612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4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0.500s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324612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0.016s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324612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31×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365760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37033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365760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4884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15.000s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365760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80" y="3703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0.046s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365760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326×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1371600"/>
            <a:ext cx="3931920" cy="3200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关键指标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3D"/>
                </a:solidFill>
                <a:latin typeface="Microsoft YaHei"/>
              </a:defRPr>
            </a:pPr>
            <a:r>
              <a:t>326×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FF"/>
                </a:solidFill>
                <a:latin typeface="Microsoft YaHei"/>
              </a:defRPr>
            </a:pPr>
            <a:r>
              <a:t>深度 4 加速比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2880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3D"/>
                </a:solidFill>
                <a:latin typeface="Microsoft YaHei"/>
              </a:defRPr>
            </a:pPr>
            <a:r>
              <a:t>7 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FF"/>
                </a:solidFill>
                <a:latin typeface="Microsoft YaHei"/>
              </a:defRPr>
            </a:pPr>
            <a:r>
              <a:t>3 秒内搜索深度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566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3D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FF"/>
                </a:solidFill>
                <a:latin typeface="Microsoft YaHei"/>
              </a:defRPr>
            </a:pPr>
            <a:r>
              <a:t>先手胜率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251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3D"/>
                </a:solidFill>
                <a:latin typeface="Microsoft YaHei"/>
              </a:defRPr>
            </a:pPr>
            <a:r>
              <a:t>~15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FF"/>
                </a:solidFill>
                <a:latin typeface="Microsoft YaHei"/>
              </a:defRPr>
            </a:pPr>
            <a:r>
              <a:t>平均分支因子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Microsoft YaHei"/>
              </a:defRPr>
            </a:pPr>
            <a:r>
              <a:t>防守权重对弈实验：不同防守系数 AI 对战胜率（vs baseline 1.0）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5840" y="5440680"/>
            <a:ext cx="137160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156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防守权重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14600" y="5440680"/>
            <a:ext cx="137160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6032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0.5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5440680"/>
            <a:ext cx="137160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6908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32120" y="5440680"/>
            <a:ext cx="137160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7784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1.0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40880" y="5440680"/>
            <a:ext cx="137160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8660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1.5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49640" y="5440680"/>
            <a:ext cx="137160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58400" y="5440680"/>
            <a:ext cx="1371600" cy="411480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0412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3.0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5897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156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胜率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14600" y="5897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32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33%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23360" y="5897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6908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50%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32120" y="5897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50%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040880" y="5897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8660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50%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49640" y="5897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9536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67%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58400" y="5897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0412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4D3D"/>
                </a:solidFill>
                <a:latin typeface="Microsoft YaHei"/>
              </a:defRPr>
            </a:pPr>
            <a:r>
              <a:t>83%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→ 防守权重 3.0 胜率最高 (83%)，验证了加强防守能有效提升棋力；权重 1.1 兼顾攻守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  <a:latin typeface="Microsoft YaHei"/>
              </a:defRPr>
            </a:pPr>
            <a:r>
              <a:t>04  实验对比（续）：搜索树 &amp; 棋型灵敏度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  <a:latin typeface="Microsoft YaHei"/>
              </a:defRPr>
            </a:pPr>
            <a:r>
              <a:t>搜索树大小对比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深度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130,321 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400 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4D3D"/>
                </a:solidFill>
                <a:latin typeface="Microsoft YaHei"/>
              </a:defRPr>
            </a:pPr>
            <a:r>
              <a:t>326×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深度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2,476,099 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900 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4D3D"/>
                </a:solidFill>
                <a:latin typeface="Microsoft YaHei"/>
              </a:defRPr>
            </a:pPr>
            <a:r>
              <a:t>2,751×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深度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47,045,881 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1,800 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4D3D"/>
                </a:solidFill>
                <a:latin typeface="Microsoft YaHei"/>
              </a:defRPr>
            </a:pPr>
            <a:r>
              <a:t>26,137×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011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8D"/>
                </a:solidFill>
                <a:latin typeface="Microsoft YaHei"/>
              </a:defRPr>
            </a:pPr>
            <a:r>
              <a:t>深度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011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8D"/>
                </a:solidFill>
                <a:latin typeface="Microsoft YaHei"/>
              </a:defRPr>
            </a:pPr>
            <a:r>
              <a:t>Minimax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011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8D"/>
                </a:solidFill>
                <a:latin typeface="Microsoft YaHei"/>
              </a:defRPr>
            </a:pPr>
            <a:r>
              <a:t>Alpha-Beta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11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8D"/>
                </a:solidFill>
                <a:latin typeface="Microsoft YaHei"/>
              </a:defRPr>
            </a:pPr>
            <a:r>
              <a:t>缩减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深度 6 时 Minimax 需 4700 万节点，Alpha-Beta 仅需 1800 节点 → 可多搜 3-4 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371600"/>
            <a:ext cx="48463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  <a:latin typeface="Microsoft YaHei"/>
              </a:defRPr>
            </a:pPr>
            <a:r>
              <a:t>评估函数棋型灵敏度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空棋盘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47A1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基准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395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一子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395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47A1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微弱先手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7797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活二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7797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47A1"/>
                </a:solidFill>
                <a:latin typeface="Microsoft YaHei"/>
              </a:defRPr>
            </a:pPr>
            <a:r>
              <a:t>1,060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779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潜在威胁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1638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活三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1638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47A1"/>
                </a:solidFill>
                <a:latin typeface="Microsoft YaHei"/>
              </a:defRPr>
            </a:pPr>
            <a:r>
              <a:t>100,090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163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威胁大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5478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活四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547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47A1"/>
                </a:solidFill>
                <a:latin typeface="Microsoft YaHei"/>
              </a:defRPr>
            </a:pPr>
            <a:r>
              <a:t>1,000,120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接近必胜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931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连五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931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47A1"/>
                </a:solidFill>
                <a:latin typeface="Microsoft YaHei"/>
              </a:defRPr>
            </a:pPr>
            <a:r>
              <a:t>10,000,150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必胜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  <a:latin typeface="Microsoft YaHei"/>
              </a:defRPr>
            </a:pPr>
            <a:r>
              <a:t>AI vs AI 自对弈 &amp; 综合结论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先手（黑）胜率 70%，后手（白）胜率 20%，平局 10%，平均 23.5 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349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Alpha-Beta 剪枝效果显著：深度 ≥ 3 时加速比 30× 以上，相同时间可搜更深 3-4 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防守权重实验：权重 3.0 胜率 83%，验证加强防守有效提升棋力；权重 1.1 兼顾攻守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▸ 走法排序 + 置换表 + 迭代加深 + 走法裁剪的组合效果远超单一技术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  <a:latin typeface="Microsoft YaHei"/>
              </a:defRPr>
            </a:pPr>
            <a:r>
              <a:t>05  Demo 演示 &amp; 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  <a:latin typeface="Microsoft YaHei"/>
              </a:defRPr>
            </a:pPr>
            <a:r>
              <a:t>🎮 Demo 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运行: python main.py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505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玩家执黑先行，鼠标点击落子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9806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AI 自动思考并应对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455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右侧信息栏显示搜索统计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930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展示重点: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87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3D"/>
                </a:solidFill>
                <a:latin typeface="Microsoft YaHei"/>
              </a:defRPr>
            </a:pPr>
            <a:r>
              <a:t>✅ AI 识别活三 → 正确堵截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354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3D"/>
                </a:solidFill>
                <a:latin typeface="Microsoft YaHei"/>
              </a:defRPr>
            </a:pPr>
            <a:r>
              <a:t>✅ AI 识别冲四 → 优先防守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828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3D"/>
                </a:solidFill>
                <a:latin typeface="Microsoft YaHei"/>
              </a:defRPr>
            </a:pPr>
            <a:r>
              <a:t>✅ 一步杀 → 立即取胜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303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3D"/>
                </a:solidFill>
                <a:latin typeface="Microsoft YaHei"/>
              </a:defRPr>
            </a:pPr>
            <a:r>
              <a:t>✅ 悔棋功能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📌 总结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实现了完整五子棋 AI：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✓ Minimax + Alpha-Beta 剪枝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34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✓ 迭代加深搜索（7 层/3秒）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546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✓ Pygame 图形对战界面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✓ 置换表 + 走法排序优化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6751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实验验证：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✓ Alpha-Beta 加速比 326×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754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✓ 防守权重 3.0 胜率 83%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✓ 评估函数准确识别棋型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✓ 修复 3 个关键 Bug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67512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理解了博弈树搜索的经典范式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550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与算法优化和调试的工程实践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33295" cy="36576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DFF"/>
                </a:solidFill>
                <a:latin typeface="Microsoft YaHei"/>
              </a:defRPr>
            </a:pPr>
            <a:r>
              <a:t>[姓名] · [学号]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